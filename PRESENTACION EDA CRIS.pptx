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63" r:id="rId10"/>
    <p:sldId id="264" r:id="rId11"/>
    <p:sldId id="265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9D9F1A-20D2-4F39-9F9D-15318F9999BA}" v="50" dt="2026-01-07T18:46:20.4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1020" y="66"/>
      </p:cViewPr>
      <p:guideLst>
        <p:guide orient="horz" pos="2160"/>
        <p:guide pos="38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na Pinel del Pino" userId="78c4056e4ef014e5" providerId="LiveId" clId="{4E095827-4D17-4486-BCA2-E78996B7B359}"/>
    <pc:docChg chg="undo redo custSel delSld modSld sldOrd modMainMaster">
      <pc:chgData name="Cristina Pinel del Pino" userId="78c4056e4ef014e5" providerId="LiveId" clId="{4E095827-4D17-4486-BCA2-E78996B7B359}" dt="2026-01-07T20:41:13.385" v="638" actId="2696"/>
      <pc:docMkLst>
        <pc:docMk/>
      </pc:docMkLst>
      <pc:sldChg chg="modSp mod setBg">
        <pc:chgData name="Cristina Pinel del Pino" userId="78c4056e4ef014e5" providerId="LiveId" clId="{4E095827-4D17-4486-BCA2-E78996B7B359}" dt="2026-01-07T18:46:20.450" v="587"/>
        <pc:sldMkLst>
          <pc:docMk/>
          <pc:sldMk cId="3036267641" sldId="256"/>
        </pc:sldMkLst>
        <pc:spChg chg="mod">
          <ac:chgData name="Cristina Pinel del Pino" userId="78c4056e4ef014e5" providerId="LiveId" clId="{4E095827-4D17-4486-BCA2-E78996B7B359}" dt="2026-01-07T18:46:20.450" v="587"/>
          <ac:spMkLst>
            <pc:docMk/>
            <pc:sldMk cId="3036267641" sldId="256"/>
            <ac:spMk id="2" creationId="{D855843B-373E-C234-5A1F-506C3CFDE1DE}"/>
          </ac:spMkLst>
        </pc:spChg>
        <pc:spChg chg="mod">
          <ac:chgData name="Cristina Pinel del Pino" userId="78c4056e4ef014e5" providerId="LiveId" clId="{4E095827-4D17-4486-BCA2-E78996B7B359}" dt="2026-01-07T18:24:15.689" v="379" actId="255"/>
          <ac:spMkLst>
            <pc:docMk/>
            <pc:sldMk cId="3036267641" sldId="256"/>
            <ac:spMk id="3" creationId="{27BEA2DA-0CC4-3750-FA75-1784F1821500}"/>
          </ac:spMkLst>
        </pc:spChg>
      </pc:sldChg>
      <pc:sldChg chg="modSp mod">
        <pc:chgData name="Cristina Pinel del Pino" userId="78c4056e4ef014e5" providerId="LiveId" clId="{4E095827-4D17-4486-BCA2-E78996B7B359}" dt="2026-01-07T18:21:09.324" v="373" actId="255"/>
        <pc:sldMkLst>
          <pc:docMk/>
          <pc:sldMk cId="2031022825" sldId="257"/>
        </pc:sldMkLst>
        <pc:spChg chg="mod">
          <ac:chgData name="Cristina Pinel del Pino" userId="78c4056e4ef014e5" providerId="LiveId" clId="{4E095827-4D17-4486-BCA2-E78996B7B359}" dt="2026-01-07T18:21:09.324" v="373" actId="255"/>
          <ac:spMkLst>
            <pc:docMk/>
            <pc:sldMk cId="2031022825" sldId="257"/>
            <ac:spMk id="3" creationId="{87186CF6-4D5A-1A83-0232-5CF2CCDE24AF}"/>
          </ac:spMkLst>
        </pc:spChg>
      </pc:sldChg>
      <pc:sldChg chg="modSp mod">
        <pc:chgData name="Cristina Pinel del Pino" userId="78c4056e4ef014e5" providerId="LiveId" clId="{4E095827-4D17-4486-BCA2-E78996B7B359}" dt="2026-01-07T18:52:26.495" v="599" actId="2711"/>
        <pc:sldMkLst>
          <pc:docMk/>
          <pc:sldMk cId="990307389" sldId="258"/>
        </pc:sldMkLst>
        <pc:spChg chg="mod">
          <ac:chgData name="Cristina Pinel del Pino" userId="78c4056e4ef014e5" providerId="LiveId" clId="{4E095827-4D17-4486-BCA2-E78996B7B359}" dt="2026-01-07T18:52:26.495" v="599" actId="2711"/>
          <ac:spMkLst>
            <pc:docMk/>
            <pc:sldMk cId="990307389" sldId="258"/>
            <ac:spMk id="3" creationId="{B8AD29BD-1970-7DFD-C8C1-53120564BD69}"/>
          </ac:spMkLst>
        </pc:spChg>
      </pc:sldChg>
      <pc:sldChg chg="addSp modSp mod">
        <pc:chgData name="Cristina Pinel del Pino" userId="78c4056e4ef014e5" providerId="LiveId" clId="{4E095827-4D17-4486-BCA2-E78996B7B359}" dt="2026-01-07T18:36:03.527" v="519" actId="14100"/>
        <pc:sldMkLst>
          <pc:docMk/>
          <pc:sldMk cId="1106740503" sldId="259"/>
        </pc:sldMkLst>
        <pc:spChg chg="mod">
          <ac:chgData name="Cristina Pinel del Pino" userId="78c4056e4ef014e5" providerId="LiveId" clId="{4E095827-4D17-4486-BCA2-E78996B7B359}" dt="2026-01-07T18:35:26.992" v="509"/>
          <ac:spMkLst>
            <pc:docMk/>
            <pc:sldMk cId="1106740503" sldId="259"/>
            <ac:spMk id="3" creationId="{7A078706-8CB7-525E-A22D-D24F5F209EF4}"/>
          </ac:spMkLst>
        </pc:spChg>
        <pc:picChg chg="add mod">
          <ac:chgData name="Cristina Pinel del Pino" userId="78c4056e4ef014e5" providerId="LiveId" clId="{4E095827-4D17-4486-BCA2-E78996B7B359}" dt="2026-01-07T18:36:03.527" v="519" actId="14100"/>
          <ac:picMkLst>
            <pc:docMk/>
            <pc:sldMk cId="1106740503" sldId="259"/>
            <ac:picMk id="4" creationId="{F361910D-254A-CE16-CF67-0A53101BA5B8}"/>
          </ac:picMkLst>
        </pc:picChg>
      </pc:sldChg>
      <pc:sldChg chg="modSp mod">
        <pc:chgData name="Cristina Pinel del Pino" userId="78c4056e4ef014e5" providerId="LiveId" clId="{4E095827-4D17-4486-BCA2-E78996B7B359}" dt="2026-01-07T18:52:56.300" v="601" actId="2711"/>
        <pc:sldMkLst>
          <pc:docMk/>
          <pc:sldMk cId="1073422941" sldId="260"/>
        </pc:sldMkLst>
        <pc:spChg chg="mod">
          <ac:chgData name="Cristina Pinel del Pino" userId="78c4056e4ef014e5" providerId="LiveId" clId="{4E095827-4D17-4486-BCA2-E78996B7B359}" dt="2026-01-07T18:52:56.300" v="601" actId="2711"/>
          <ac:spMkLst>
            <pc:docMk/>
            <pc:sldMk cId="1073422941" sldId="260"/>
            <ac:spMk id="3" creationId="{FECA8621-8C10-0D6C-04EA-BB2977DFA5FE}"/>
          </ac:spMkLst>
        </pc:spChg>
      </pc:sldChg>
      <pc:sldChg chg="modSp mod">
        <pc:chgData name="Cristina Pinel del Pino" userId="78c4056e4ef014e5" providerId="LiveId" clId="{4E095827-4D17-4486-BCA2-E78996B7B359}" dt="2026-01-07T18:53:23.718" v="603" actId="2711"/>
        <pc:sldMkLst>
          <pc:docMk/>
          <pc:sldMk cId="3787517709" sldId="261"/>
        </pc:sldMkLst>
        <pc:spChg chg="mod">
          <ac:chgData name="Cristina Pinel del Pino" userId="78c4056e4ef014e5" providerId="LiveId" clId="{4E095827-4D17-4486-BCA2-E78996B7B359}" dt="2026-01-07T18:53:23.718" v="603" actId="2711"/>
          <ac:spMkLst>
            <pc:docMk/>
            <pc:sldMk cId="3787517709" sldId="261"/>
            <ac:spMk id="3" creationId="{70FA114D-D7E2-2EFC-72C3-24A347BE95E8}"/>
          </ac:spMkLst>
        </pc:spChg>
      </pc:sldChg>
      <pc:sldChg chg="modSp mod">
        <pc:chgData name="Cristina Pinel del Pino" userId="78c4056e4ef014e5" providerId="LiveId" clId="{4E095827-4D17-4486-BCA2-E78996B7B359}" dt="2026-01-07T18:54:05.283" v="607" actId="14100"/>
        <pc:sldMkLst>
          <pc:docMk/>
          <pc:sldMk cId="3163828755" sldId="262"/>
        </pc:sldMkLst>
        <pc:spChg chg="mod">
          <ac:chgData name="Cristina Pinel del Pino" userId="78c4056e4ef014e5" providerId="LiveId" clId="{4E095827-4D17-4486-BCA2-E78996B7B359}" dt="2026-01-07T18:54:05.283" v="607" actId="14100"/>
          <ac:spMkLst>
            <pc:docMk/>
            <pc:sldMk cId="3163828755" sldId="262"/>
            <ac:spMk id="3" creationId="{DBF316F0-2AED-B4EF-9936-1E08070E76F2}"/>
          </ac:spMkLst>
        </pc:spChg>
      </pc:sldChg>
      <pc:sldChg chg="modSp mod">
        <pc:chgData name="Cristina Pinel del Pino" userId="78c4056e4ef014e5" providerId="LiveId" clId="{4E095827-4D17-4486-BCA2-E78996B7B359}" dt="2026-01-07T18:54:21.182" v="609" actId="2711"/>
        <pc:sldMkLst>
          <pc:docMk/>
          <pc:sldMk cId="1277452357" sldId="263"/>
        </pc:sldMkLst>
        <pc:spChg chg="mod">
          <ac:chgData name="Cristina Pinel del Pino" userId="78c4056e4ef014e5" providerId="LiveId" clId="{4E095827-4D17-4486-BCA2-E78996B7B359}" dt="2026-01-07T18:54:21.182" v="609" actId="2711"/>
          <ac:spMkLst>
            <pc:docMk/>
            <pc:sldMk cId="1277452357" sldId="263"/>
            <ac:spMk id="3" creationId="{3DBEA78A-C0C5-0BE2-C82A-8BD395CD13AA}"/>
          </ac:spMkLst>
        </pc:spChg>
      </pc:sldChg>
      <pc:sldChg chg="modSp mod">
        <pc:chgData name="Cristina Pinel del Pino" userId="78c4056e4ef014e5" providerId="LiveId" clId="{4E095827-4D17-4486-BCA2-E78996B7B359}" dt="2026-01-07T18:54:35.791" v="610" actId="2711"/>
        <pc:sldMkLst>
          <pc:docMk/>
          <pc:sldMk cId="3951123596" sldId="264"/>
        </pc:sldMkLst>
        <pc:spChg chg="mod">
          <ac:chgData name="Cristina Pinel del Pino" userId="78c4056e4ef014e5" providerId="LiveId" clId="{4E095827-4D17-4486-BCA2-E78996B7B359}" dt="2026-01-07T18:54:35.791" v="610" actId="2711"/>
          <ac:spMkLst>
            <pc:docMk/>
            <pc:sldMk cId="3951123596" sldId="264"/>
            <ac:spMk id="3" creationId="{497F2E94-F644-025A-B480-7A569A061109}"/>
          </ac:spMkLst>
        </pc:spChg>
      </pc:sldChg>
      <pc:sldChg chg="addSp delSp modSp mod chgLayout">
        <pc:chgData name="Cristina Pinel del Pino" userId="78c4056e4ef014e5" providerId="LiveId" clId="{4E095827-4D17-4486-BCA2-E78996B7B359}" dt="2026-01-07T18:55:05.520" v="615" actId="14100"/>
        <pc:sldMkLst>
          <pc:docMk/>
          <pc:sldMk cId="2702120166" sldId="265"/>
        </pc:sldMkLst>
        <pc:spChg chg="add del mod ord">
          <ac:chgData name="Cristina Pinel del Pino" userId="78c4056e4ef014e5" providerId="LiveId" clId="{4E095827-4D17-4486-BCA2-E78996B7B359}" dt="2026-01-07T18:51:17.315" v="591" actId="6264"/>
          <ac:spMkLst>
            <pc:docMk/>
            <pc:sldMk cId="2702120166" sldId="265"/>
            <ac:spMk id="2" creationId="{2301D41D-1B62-476C-D53F-8DFF82776BCF}"/>
          </ac:spMkLst>
        </pc:spChg>
        <pc:spChg chg="mod">
          <ac:chgData name="Cristina Pinel del Pino" userId="78c4056e4ef014e5" providerId="LiveId" clId="{4E095827-4D17-4486-BCA2-E78996B7B359}" dt="2026-01-07T18:55:05.520" v="615" actId="14100"/>
          <ac:spMkLst>
            <pc:docMk/>
            <pc:sldMk cId="2702120166" sldId="265"/>
            <ac:spMk id="3" creationId="{8A5EA6B2-C2FC-AB4A-19D2-5970B109C39F}"/>
          </ac:spMkLst>
        </pc:spChg>
      </pc:sldChg>
      <pc:sldChg chg="addSp delSp modSp del mod delAnim">
        <pc:chgData name="Cristina Pinel del Pino" userId="78c4056e4ef014e5" providerId="LiveId" clId="{4E095827-4D17-4486-BCA2-E78996B7B359}" dt="2026-01-07T20:35:26.083" v="634" actId="2696"/>
        <pc:sldMkLst>
          <pc:docMk/>
          <pc:sldMk cId="182363380" sldId="266"/>
        </pc:sldMkLst>
        <pc:spChg chg="mod">
          <ac:chgData name="Cristina Pinel del Pino" userId="78c4056e4ef014e5" providerId="LiveId" clId="{4E095827-4D17-4486-BCA2-E78996B7B359}" dt="2026-01-06T15:31:14.884" v="3" actId="255"/>
          <ac:spMkLst>
            <pc:docMk/>
            <pc:sldMk cId="182363380" sldId="266"/>
            <ac:spMk id="3" creationId="{82637B31-FC8D-E764-3036-AFA2499D2299}"/>
          </ac:spMkLst>
        </pc:spChg>
        <pc:picChg chg="add del mod">
          <ac:chgData name="Cristina Pinel del Pino" userId="78c4056e4ef014e5" providerId="LiveId" clId="{4E095827-4D17-4486-BCA2-E78996B7B359}" dt="2026-01-07T15:05:03.138" v="264" actId="478"/>
          <ac:picMkLst>
            <pc:docMk/>
            <pc:sldMk cId="182363380" sldId="266"/>
            <ac:picMk id="5" creationId="{352B1C41-86DA-EC8A-31FD-ECB45CD3E025}"/>
          </ac:picMkLst>
        </pc:picChg>
      </pc:sldChg>
      <pc:sldChg chg="addSp delSp modSp del mod delAnim">
        <pc:chgData name="Cristina Pinel del Pino" userId="78c4056e4ef014e5" providerId="LiveId" clId="{4E095827-4D17-4486-BCA2-E78996B7B359}" dt="2026-01-07T20:35:30.070" v="635" actId="2696"/>
        <pc:sldMkLst>
          <pc:docMk/>
          <pc:sldMk cId="3633949371" sldId="267"/>
        </pc:sldMkLst>
        <pc:spChg chg="mod">
          <ac:chgData name="Cristina Pinel del Pino" userId="78c4056e4ef014e5" providerId="LiveId" clId="{4E095827-4D17-4486-BCA2-E78996B7B359}" dt="2026-01-06T15:37:38.535" v="236" actId="14100"/>
          <ac:spMkLst>
            <pc:docMk/>
            <pc:sldMk cId="3633949371" sldId="267"/>
            <ac:spMk id="3" creationId="{2DA55306-32B2-DCC5-F436-4D9EAAABB99E}"/>
          </ac:spMkLst>
        </pc:spChg>
        <pc:picChg chg="add del mod">
          <ac:chgData name="Cristina Pinel del Pino" userId="78c4056e4ef014e5" providerId="LiveId" clId="{4E095827-4D17-4486-BCA2-E78996B7B359}" dt="2026-01-07T15:04:54.705" v="262" actId="478"/>
          <ac:picMkLst>
            <pc:docMk/>
            <pc:sldMk cId="3633949371" sldId="267"/>
            <ac:picMk id="5" creationId="{45A35E42-DAF0-0C44-1B3B-B1B0CED46936}"/>
          </ac:picMkLst>
        </pc:picChg>
      </pc:sldChg>
      <pc:sldChg chg="addSp delSp modSp del mod delAnim">
        <pc:chgData name="Cristina Pinel del Pino" userId="78c4056e4ef014e5" providerId="LiveId" clId="{4E095827-4D17-4486-BCA2-E78996B7B359}" dt="2026-01-07T20:35:39.101" v="636" actId="2696"/>
        <pc:sldMkLst>
          <pc:docMk/>
          <pc:sldMk cId="3281969575" sldId="268"/>
        </pc:sldMkLst>
        <pc:spChg chg="mod">
          <ac:chgData name="Cristina Pinel del Pino" userId="78c4056e4ef014e5" providerId="LiveId" clId="{4E095827-4D17-4486-BCA2-E78996B7B359}" dt="2026-01-06T15:38:23.628" v="247" actId="14100"/>
          <ac:spMkLst>
            <pc:docMk/>
            <pc:sldMk cId="3281969575" sldId="268"/>
            <ac:spMk id="3" creationId="{DF6875FC-2EB8-BA11-0581-6371C4920409}"/>
          </ac:spMkLst>
        </pc:spChg>
        <pc:picChg chg="add del mod">
          <ac:chgData name="Cristina Pinel del Pino" userId="78c4056e4ef014e5" providerId="LiveId" clId="{4E095827-4D17-4486-BCA2-E78996B7B359}" dt="2026-01-07T15:04:59.360" v="263" actId="478"/>
          <ac:picMkLst>
            <pc:docMk/>
            <pc:sldMk cId="3281969575" sldId="268"/>
            <ac:picMk id="4" creationId="{DF275AC7-AFF2-625D-BDC9-597E74D9DA7C}"/>
          </ac:picMkLst>
        </pc:picChg>
      </pc:sldChg>
      <pc:sldChg chg="addSp delSp modSp del mod">
        <pc:chgData name="Cristina Pinel del Pino" userId="78c4056e4ef014e5" providerId="LiveId" clId="{4E095827-4D17-4486-BCA2-E78996B7B359}" dt="2026-01-07T20:35:50.886" v="637" actId="2696"/>
        <pc:sldMkLst>
          <pc:docMk/>
          <pc:sldMk cId="2548264291" sldId="269"/>
        </pc:sldMkLst>
        <pc:spChg chg="del mod">
          <ac:chgData name="Cristina Pinel del Pino" userId="78c4056e4ef014e5" providerId="LiveId" clId="{4E095827-4D17-4486-BCA2-E78996B7B359}" dt="2026-01-06T15:34:35.867" v="72"/>
          <ac:spMkLst>
            <pc:docMk/>
            <pc:sldMk cId="2548264291" sldId="269"/>
            <ac:spMk id="3" creationId="{90E17488-28CB-96E1-5D6C-12107F552C20}"/>
          </ac:spMkLst>
        </pc:spChg>
        <pc:spChg chg="add mod">
          <ac:chgData name="Cristina Pinel del Pino" userId="78c4056e4ef014e5" providerId="LiveId" clId="{4E095827-4D17-4486-BCA2-E78996B7B359}" dt="2026-01-06T15:38:57.637" v="254" actId="14100"/>
          <ac:spMkLst>
            <pc:docMk/>
            <pc:sldMk cId="2548264291" sldId="269"/>
            <ac:spMk id="4" creationId="{856BE720-F864-F257-C906-797B6EA7301C}"/>
          </ac:spMkLst>
        </pc:spChg>
        <pc:picChg chg="add mod">
          <ac:chgData name="Cristina Pinel del Pino" userId="78c4056e4ef014e5" providerId="LiveId" clId="{4E095827-4D17-4486-BCA2-E78996B7B359}" dt="2026-01-07T15:01:28.844" v="261" actId="1076"/>
          <ac:picMkLst>
            <pc:docMk/>
            <pc:sldMk cId="2548264291" sldId="269"/>
            <ac:picMk id="3" creationId="{1DF9987D-4E30-AE61-F52D-F6981B6E1539}"/>
          </ac:picMkLst>
        </pc:picChg>
      </pc:sldChg>
      <pc:sldChg chg="addSp delSp modSp del mod delAnim">
        <pc:chgData name="Cristina Pinel del Pino" userId="78c4056e4ef014e5" providerId="LiveId" clId="{4E095827-4D17-4486-BCA2-E78996B7B359}" dt="2026-01-07T20:41:13.385" v="638" actId="2696"/>
        <pc:sldMkLst>
          <pc:docMk/>
          <pc:sldMk cId="61899681" sldId="270"/>
        </pc:sldMkLst>
        <pc:spChg chg="mod">
          <ac:chgData name="Cristina Pinel del Pino" userId="78c4056e4ef014e5" providerId="LiveId" clId="{4E095827-4D17-4486-BCA2-E78996B7B359}" dt="2026-01-06T15:39:38.228" v="259" actId="242"/>
          <ac:spMkLst>
            <pc:docMk/>
            <pc:sldMk cId="61899681" sldId="270"/>
            <ac:spMk id="3" creationId="{8DF22B5B-C97C-6C3E-1C2C-8DEFB212858B}"/>
          </ac:spMkLst>
        </pc:spChg>
        <pc:picChg chg="add del mod">
          <ac:chgData name="Cristina Pinel del Pino" userId="78c4056e4ef014e5" providerId="LiveId" clId="{4E095827-4D17-4486-BCA2-E78996B7B359}" dt="2026-01-07T15:05:06.639" v="265" actId="478"/>
          <ac:picMkLst>
            <pc:docMk/>
            <pc:sldMk cId="61899681" sldId="270"/>
            <ac:picMk id="4" creationId="{92093BE0-9D97-668A-38F8-199030E94B68}"/>
          </ac:picMkLst>
        </pc:picChg>
      </pc:sldChg>
      <pc:sldChg chg="addSp delSp modSp mod ord chgLayout">
        <pc:chgData name="Cristina Pinel del Pino" userId="78c4056e4ef014e5" providerId="LiveId" clId="{4E095827-4D17-4486-BCA2-E78996B7B359}" dt="2026-01-07T19:16:19.335" v="633"/>
        <pc:sldMkLst>
          <pc:docMk/>
          <pc:sldMk cId="1476671149" sldId="271"/>
        </pc:sldMkLst>
        <pc:spChg chg="add del mod">
          <ac:chgData name="Cristina Pinel del Pino" userId="78c4056e4ef014e5" providerId="LiveId" clId="{4E095827-4D17-4486-BCA2-E78996B7B359}" dt="2026-01-07T18:41:06.510" v="573"/>
          <ac:spMkLst>
            <pc:docMk/>
            <pc:sldMk cId="1476671149" sldId="271"/>
            <ac:spMk id="3" creationId="{B97DC3D4-F0D1-91CA-E5F2-ADC443CD2098}"/>
          </ac:spMkLst>
        </pc:spChg>
        <pc:spChg chg="del mod">
          <ac:chgData name="Cristina Pinel del Pino" userId="78c4056e4ef014e5" providerId="LiveId" clId="{4E095827-4D17-4486-BCA2-E78996B7B359}" dt="2026-01-07T18:03:42.288" v="332"/>
          <ac:spMkLst>
            <pc:docMk/>
            <pc:sldMk cId="1476671149" sldId="271"/>
            <ac:spMk id="5" creationId="{A83455D3-AE35-5D1D-A353-A930DF02C2FF}"/>
          </ac:spMkLst>
        </pc:spChg>
        <pc:spChg chg="add del mod ord">
          <ac:chgData name="Cristina Pinel del Pino" userId="78c4056e4ef014e5" providerId="LiveId" clId="{4E095827-4D17-4486-BCA2-E78996B7B359}" dt="2026-01-07T18:51:27.479" v="593" actId="6264"/>
          <ac:spMkLst>
            <pc:docMk/>
            <pc:sldMk cId="1476671149" sldId="271"/>
            <ac:spMk id="6" creationId="{8EC0B31A-2BD0-77D8-05BA-D90A13BB1D77}"/>
          </ac:spMkLst>
        </pc:spChg>
        <pc:spChg chg="add del mod ord">
          <ac:chgData name="Cristina Pinel del Pino" userId="78c4056e4ef014e5" providerId="LiveId" clId="{4E095827-4D17-4486-BCA2-E78996B7B359}" dt="2026-01-07T18:51:23.007" v="592" actId="6264"/>
          <ac:spMkLst>
            <pc:docMk/>
            <pc:sldMk cId="1476671149" sldId="271"/>
            <ac:spMk id="7" creationId="{19698E78-297D-05B8-463C-D123F238D1A8}"/>
          </ac:spMkLst>
        </pc:spChg>
        <pc:spChg chg="add del mod ord">
          <ac:chgData name="Cristina Pinel del Pino" userId="78c4056e4ef014e5" providerId="LiveId" clId="{4E095827-4D17-4486-BCA2-E78996B7B359}" dt="2026-01-07T18:56:30.212" v="629" actId="478"/>
          <ac:spMkLst>
            <pc:docMk/>
            <pc:sldMk cId="1476671149" sldId="271"/>
            <ac:spMk id="8" creationId="{D2D2DE1B-1260-3325-EEA2-B057B652E847}"/>
          </ac:spMkLst>
        </pc:spChg>
        <pc:picChg chg="add mod">
          <ac:chgData name="Cristina Pinel del Pino" userId="78c4056e4ef014e5" providerId="LiveId" clId="{4E095827-4D17-4486-BCA2-E78996B7B359}" dt="2026-01-07T18:55:58.318" v="622" actId="1076"/>
          <ac:picMkLst>
            <pc:docMk/>
            <pc:sldMk cId="1476671149" sldId="271"/>
            <ac:picMk id="4" creationId="{AACE637F-4D8F-50E6-E809-213DE0903D24}"/>
          </ac:picMkLst>
        </pc:picChg>
      </pc:sldChg>
      <pc:sldChg chg="modSp mod">
        <pc:chgData name="Cristina Pinel del Pino" userId="78c4056e4ef014e5" providerId="LiveId" clId="{4E095827-4D17-4486-BCA2-E78996B7B359}" dt="2026-01-07T18:56:47.341" v="631" actId="2711"/>
        <pc:sldMkLst>
          <pc:docMk/>
          <pc:sldMk cId="2887700141" sldId="272"/>
        </pc:sldMkLst>
        <pc:spChg chg="mod">
          <ac:chgData name="Cristina Pinel del Pino" userId="78c4056e4ef014e5" providerId="LiveId" clId="{4E095827-4D17-4486-BCA2-E78996B7B359}" dt="2026-01-07T18:56:47.341" v="631" actId="2711"/>
          <ac:spMkLst>
            <pc:docMk/>
            <pc:sldMk cId="2887700141" sldId="272"/>
            <ac:spMk id="3" creationId="{93EB3DA7-BD53-C7BC-9B97-F8C6055E2385}"/>
          </ac:spMkLst>
        </pc:spChg>
      </pc:sldChg>
      <pc:sldMasterChg chg="modSldLayout">
        <pc:chgData name="Cristina Pinel del Pino" userId="78c4056e4ef014e5" providerId="LiveId" clId="{4E095827-4D17-4486-BCA2-E78996B7B359}" dt="2026-01-07T18:19:17.033" v="372" actId="735"/>
        <pc:sldMasterMkLst>
          <pc:docMk/>
          <pc:sldMasterMk cId="3302675019" sldId="2147483648"/>
        </pc:sldMasterMkLst>
        <pc:sldLayoutChg chg="modSp setBg">
          <pc:chgData name="Cristina Pinel del Pino" userId="78c4056e4ef014e5" providerId="LiveId" clId="{4E095827-4D17-4486-BCA2-E78996B7B359}" dt="2026-01-07T18:18:39.897" v="371"/>
          <pc:sldLayoutMkLst>
            <pc:docMk/>
            <pc:sldMasterMk cId="3302675019" sldId="2147483648"/>
            <pc:sldLayoutMk cId="2833733909" sldId="2147483649"/>
          </pc:sldLayoutMkLst>
          <pc:spChg chg="mod">
            <ac:chgData name="Cristina Pinel del Pino" userId="78c4056e4ef014e5" providerId="LiveId" clId="{4E095827-4D17-4486-BCA2-E78996B7B359}" dt="2026-01-07T18:17:59.001" v="369" actId="16037"/>
            <ac:spMkLst>
              <pc:docMk/>
              <pc:sldMasterMk cId="3302675019" sldId="2147483648"/>
              <pc:sldLayoutMk cId="2833733909" sldId="2147483649"/>
              <ac:spMk id="2" creationId="{B167C138-AACE-33D8-E216-B5E57D74BC85}"/>
            </ac:spMkLst>
          </pc:spChg>
        </pc:sldLayoutChg>
        <pc:sldLayoutChg chg="modSp">
          <pc:chgData name="Cristina Pinel del Pino" userId="78c4056e4ef014e5" providerId="LiveId" clId="{4E095827-4D17-4486-BCA2-E78996B7B359}" dt="2026-01-07T18:19:17.033" v="372" actId="735"/>
          <pc:sldLayoutMkLst>
            <pc:docMk/>
            <pc:sldMasterMk cId="3302675019" sldId="2147483648"/>
            <pc:sldLayoutMk cId="3149361934" sldId="2147483650"/>
          </pc:sldLayoutMkLst>
        </pc:sldLayoutChg>
        <pc:sldLayoutChg chg="modSp">
          <pc:chgData name="Cristina Pinel del Pino" userId="78c4056e4ef014e5" providerId="LiveId" clId="{4E095827-4D17-4486-BCA2-E78996B7B359}" dt="2026-01-07T18:12:21.299" v="345" actId="16037"/>
          <pc:sldLayoutMkLst>
            <pc:docMk/>
            <pc:sldMasterMk cId="3302675019" sldId="2147483648"/>
            <pc:sldLayoutMk cId="3084718359" sldId="2147483654"/>
          </pc:sldLayoutMkLst>
          <pc:spChg chg="mod">
            <ac:chgData name="Cristina Pinel del Pino" userId="78c4056e4ef014e5" providerId="LiveId" clId="{4E095827-4D17-4486-BCA2-E78996B7B359}" dt="2026-01-07T18:12:21.299" v="345" actId="16037"/>
            <ac:spMkLst>
              <pc:docMk/>
              <pc:sldMasterMk cId="3302675019" sldId="2147483648"/>
              <pc:sldLayoutMk cId="3084718359" sldId="2147483654"/>
              <ac:spMk id="2" creationId="{F069E2A3-AF6B-0064-541C-F0D64C2F028F}"/>
            </ac:spMkLst>
          </pc:spChg>
        </pc:sldLayoutChg>
        <pc:sldLayoutChg chg="addSp modSp mod">
          <pc:chgData name="Cristina Pinel del Pino" userId="78c4056e4ef014e5" providerId="LiveId" clId="{4E095827-4D17-4486-BCA2-E78996B7B359}" dt="2026-01-07T18:14:31.968" v="367" actId="255"/>
          <pc:sldLayoutMkLst>
            <pc:docMk/>
            <pc:sldMasterMk cId="3302675019" sldId="2147483648"/>
            <pc:sldLayoutMk cId="1410404241" sldId="2147483655"/>
          </pc:sldLayoutMkLst>
          <pc:spChg chg="add mod">
            <ac:chgData name="Cristina Pinel del Pino" userId="78c4056e4ef014e5" providerId="LiveId" clId="{4E095827-4D17-4486-BCA2-E78996B7B359}" dt="2026-01-07T18:14:31.968" v="367" actId="255"/>
            <ac:spMkLst>
              <pc:docMk/>
              <pc:sldMasterMk cId="3302675019" sldId="2147483648"/>
              <pc:sldLayoutMk cId="1410404241" sldId="2147483655"/>
              <ac:spMk id="5" creationId="{F62DC92D-D909-32A8-F2EC-61993F22F1A8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5D79-E125-46F8-B932-022EE9A25F52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48C0AEF-039A-4CF8-8F36-181DCD56A3FF}" type="slidenum">
              <a:rPr lang="es-ES" smtClean="0"/>
              <a:t>‹Nº›</a:t>
            </a:fld>
            <a:endParaRPr lang="es-E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9585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5D79-E125-46F8-B932-022EE9A25F52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AEF-039A-4CF8-8F36-181DCD56A3FF}" type="slidenum">
              <a:rPr lang="es-ES" smtClean="0"/>
              <a:t>‹Nº›</a:t>
            </a:fld>
            <a:endParaRPr lang="es-E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774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5D79-E125-46F8-B932-022EE9A25F52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AEF-039A-4CF8-8F36-181DCD56A3FF}" type="slidenum">
              <a:rPr lang="es-ES" smtClean="0"/>
              <a:t>‹Nº›</a:t>
            </a:fld>
            <a:endParaRPr lang="es-E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869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5D79-E125-46F8-B932-022EE9A25F52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AEF-039A-4CF8-8F36-181DCD56A3FF}" type="slidenum">
              <a:rPr lang="es-ES" smtClean="0"/>
              <a:t>‹Nº›</a:t>
            </a:fld>
            <a:endParaRPr lang="es-E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8340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5D79-E125-46F8-B932-022EE9A25F52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AEF-039A-4CF8-8F36-181DCD56A3FF}" type="slidenum">
              <a:rPr lang="es-ES" smtClean="0"/>
              <a:t>‹Nº›</a:t>
            </a:fld>
            <a:endParaRPr lang="es-E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5559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5D79-E125-46F8-B932-022EE9A25F52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AEF-039A-4CF8-8F36-181DCD56A3FF}" type="slidenum">
              <a:rPr lang="es-ES" smtClean="0"/>
              <a:t>‹Nº›</a:t>
            </a:fld>
            <a:endParaRPr lang="es-E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035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5D79-E125-46F8-B932-022EE9A25F52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AEF-039A-4CF8-8F36-181DCD56A3F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8965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5D79-E125-46F8-B932-022EE9A25F52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AEF-039A-4CF8-8F36-181DCD56A3FF}" type="slidenum">
              <a:rPr lang="es-ES" smtClean="0"/>
              <a:t>‹Nº›</a:t>
            </a:fld>
            <a:endParaRPr lang="es-E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4802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D6E5D79-E125-46F8-B932-022EE9A25F52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AEF-039A-4CF8-8F36-181DCD56A3FF}" type="slidenum">
              <a:rPr lang="es-ES" smtClean="0"/>
              <a:t>‹Nº›</a:t>
            </a:fld>
            <a:endParaRPr lang="es-E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654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5D79-E125-46F8-B932-022EE9A25F52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AEF-039A-4CF8-8F36-181DCD56A3FF}" type="slidenum">
              <a:rPr lang="es-ES" smtClean="0"/>
              <a:t>‹Nº›</a:t>
            </a:fld>
            <a:endParaRPr lang="es-E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6275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5D79-E125-46F8-B932-022EE9A25F52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AEF-039A-4CF8-8F36-181DCD56A3FF}" type="slidenum">
              <a:rPr lang="es-ES" smtClean="0"/>
              <a:t>‹Nº›</a:t>
            </a:fld>
            <a:endParaRPr lang="es-E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5984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D3A24F5-D2E4-D3E4-6F76-B7F99436E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5D79-E125-46F8-B932-022EE9A25F52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64337A1-74FB-9144-0F06-A2100C760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6B00A6-7ACE-FF9D-18D4-7D3F1636F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AEF-039A-4CF8-8F36-181DCD56A3FF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62DC92D-D909-32A8-F2EC-61993F22F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919676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D3A24F5-D2E4-D3E4-6F76-B7F99436E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5D79-E125-46F8-B932-022EE9A25F52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64337A1-74FB-9144-0F06-A2100C760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6B00A6-7ACE-FF9D-18D4-7D3F1636F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AEF-039A-4CF8-8F36-181DCD56A3FF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62DC92D-D909-32A8-F2EC-61993F22F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098643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D3A24F5-D2E4-D3E4-6F76-B7F99436E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5D79-E125-46F8-B932-022EE9A25F52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64337A1-74FB-9144-0F06-A2100C760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6B00A6-7ACE-FF9D-18D4-7D3F1636F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AEF-039A-4CF8-8F36-181DCD56A3FF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62DC92D-D909-32A8-F2EC-61993F22F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376655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D3A24F5-D2E4-D3E4-6F76-B7F99436E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5D79-E125-46F8-B932-022EE9A25F52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64337A1-74FB-9144-0F06-A2100C760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6B00A6-7ACE-FF9D-18D4-7D3F1636F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AEF-039A-4CF8-8F36-181DCD56A3FF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62DC92D-D909-32A8-F2EC-61993F22F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98922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D3A24F5-D2E4-D3E4-6F76-B7F99436E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5D79-E125-46F8-B932-022EE9A25F52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64337A1-74FB-9144-0F06-A2100C760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6B00A6-7ACE-FF9D-18D4-7D3F1636F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AEF-039A-4CF8-8F36-181DCD56A3FF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62DC92D-D909-32A8-F2EC-61993F22F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8093481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D3A24F5-D2E4-D3E4-6F76-B7F99436E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5D79-E125-46F8-B932-022EE9A25F52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64337A1-74FB-9144-0F06-A2100C760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6B00A6-7ACE-FF9D-18D4-7D3F1636F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AEF-039A-4CF8-8F36-181DCD56A3FF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62DC92D-D909-32A8-F2EC-61993F22F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230196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D3A24F5-D2E4-D3E4-6F76-B7F99436E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5D79-E125-46F8-B932-022EE9A25F52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64337A1-74FB-9144-0F06-A2100C760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6B00A6-7ACE-FF9D-18D4-7D3F1636F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AEF-039A-4CF8-8F36-181DCD56A3FF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62DC92D-D909-32A8-F2EC-61993F22F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072712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D3A24F5-D2E4-D3E4-6F76-B7F99436E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5D79-E125-46F8-B932-022EE9A25F52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64337A1-74FB-9144-0F06-A2100C760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6B00A6-7ACE-FF9D-18D4-7D3F1636F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AEF-039A-4CF8-8F36-181DCD56A3FF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62DC92D-D909-32A8-F2EC-61993F22F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77104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D3A24F5-D2E4-D3E4-6F76-B7F99436E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5D79-E125-46F8-B932-022EE9A25F52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64337A1-74FB-9144-0F06-A2100C760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6B00A6-7ACE-FF9D-18D4-7D3F1636F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AEF-039A-4CF8-8F36-181DCD56A3FF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62DC92D-D909-32A8-F2EC-61993F22F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370988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D3A24F5-D2E4-D3E4-6F76-B7F99436E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5D79-E125-46F8-B932-022EE9A25F52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64337A1-74FB-9144-0F06-A2100C760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6B00A6-7ACE-FF9D-18D4-7D3F1636F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AEF-039A-4CF8-8F36-181DCD56A3FF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62DC92D-D909-32A8-F2EC-61993F22F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1396890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D3A24F5-D2E4-D3E4-6F76-B7F99436E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5D79-E125-46F8-B932-022EE9A25F52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64337A1-74FB-9144-0F06-A2100C760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6B00A6-7ACE-FF9D-18D4-7D3F1636F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AEF-039A-4CF8-8F36-181DCD56A3FF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62DC92D-D909-32A8-F2EC-61993F22F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955733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D3A24F5-D2E4-D3E4-6F76-B7F99436E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5D79-E125-46F8-B932-022EE9A25F52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64337A1-74FB-9144-0F06-A2100C760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6B00A6-7ACE-FF9D-18D4-7D3F1636F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AEF-039A-4CF8-8F36-181DCD56A3FF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62DC92D-D909-32A8-F2EC-61993F22F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721421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D3A24F5-D2E4-D3E4-6F76-B7F99436E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5D79-E125-46F8-B932-022EE9A25F52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64337A1-74FB-9144-0F06-A2100C760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6B00A6-7ACE-FF9D-18D4-7D3F1636F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AEF-039A-4CF8-8F36-181DCD56A3FF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62DC92D-D909-32A8-F2EC-61993F22F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200007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D3A24F5-D2E4-D3E4-6F76-B7F99436E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5D79-E125-46F8-B932-022EE9A25F52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64337A1-74FB-9144-0F06-A2100C760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6B00A6-7ACE-FF9D-18D4-7D3F1636F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AEF-039A-4CF8-8F36-181DCD56A3FF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62DC92D-D909-32A8-F2EC-61993F22F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989770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D3A24F5-D2E4-D3E4-6F76-B7F99436E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5D79-E125-46F8-B932-022EE9A25F52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64337A1-74FB-9144-0F06-A2100C760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6B00A6-7ACE-FF9D-18D4-7D3F1636F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AEF-039A-4CF8-8F36-181DCD56A3FF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62DC92D-D909-32A8-F2EC-61993F22F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375557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D3A24F5-D2E4-D3E4-6F76-B7F99436E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5D79-E125-46F8-B932-022EE9A25F52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64337A1-74FB-9144-0F06-A2100C760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6B00A6-7ACE-FF9D-18D4-7D3F1636F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AEF-039A-4CF8-8F36-181DCD56A3FF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62DC92D-D909-32A8-F2EC-61993F22F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81485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E5D79-E125-46F8-B932-022EE9A25F52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48C0AEF-039A-4CF8-8F36-181DCD56A3FF}" type="slidenum">
              <a:rPr lang="es-ES" smtClean="0"/>
              <a:t>‹Nº›</a:t>
            </a:fld>
            <a:endParaRPr lang="es-E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206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5843B-373E-C234-5A1F-506C3CFDE1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Hipotesis</a:t>
            </a:r>
            <a:r>
              <a:rPr lang="es-ES" dirty="0"/>
              <a:t> H2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BEA2DA-0CC4-3750-FA75-1784F1821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4133" y="3635904"/>
            <a:ext cx="9144000" cy="1655762"/>
          </a:xfrm>
        </p:spPr>
        <p:txBody>
          <a:bodyPr>
            <a:normAutofit/>
          </a:bodyPr>
          <a:lstStyle/>
          <a:p>
            <a:r>
              <a:rPr lang="es-ES" sz="2800" b="1" dirty="0"/>
              <a:t>Diferencias de consumo entre países europeos</a:t>
            </a:r>
          </a:p>
        </p:txBody>
      </p:sp>
    </p:spTree>
    <p:extLst>
      <p:ext uri="{BB962C8B-B14F-4D97-AF65-F5344CB8AC3E}">
        <p14:creationId xmlns:p14="http://schemas.microsoft.com/office/powerpoint/2010/main" val="3036267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7186CF6-4D5A-1A83-0232-5CF2CCDE24AF}"/>
              </a:ext>
            </a:extLst>
          </p:cNvPr>
          <p:cNvSpPr txBox="1"/>
          <p:nvPr/>
        </p:nvSpPr>
        <p:spPr>
          <a:xfrm>
            <a:off x="2370667" y="965200"/>
            <a:ext cx="836506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Hipótesis 2</a:t>
            </a:r>
          </a:p>
          <a:p>
            <a:pPr>
              <a:buNone/>
            </a:pPr>
            <a:endParaRPr lang="es-ES" sz="2800" dirty="0"/>
          </a:p>
          <a:p>
            <a:pPr>
              <a:buNone/>
            </a:pPr>
            <a:r>
              <a:rPr lang="es-ES" sz="2800" dirty="0"/>
              <a:t>Existen diferencias significativas en el consumo de sustancias entre los países europeos.</a:t>
            </a:r>
          </a:p>
          <a:p>
            <a:pPr>
              <a:buNone/>
            </a:pPr>
            <a:endParaRPr lang="es-ES" sz="2800" dirty="0"/>
          </a:p>
          <a:p>
            <a:pPr>
              <a:buNone/>
            </a:pPr>
            <a:r>
              <a:rPr lang="es-ES" sz="2800" dirty="0"/>
              <a:t>Objetivo:</a:t>
            </a:r>
          </a:p>
          <a:p>
            <a:pPr>
              <a:buNone/>
            </a:pPr>
            <a:endParaRPr lang="es-E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/>
              <a:t>Comparar la </a:t>
            </a:r>
            <a:r>
              <a:rPr lang="es-ES" sz="2800" b="1" dirty="0"/>
              <a:t>prevalencia de consumo</a:t>
            </a:r>
            <a:r>
              <a:rPr lang="es-ES" sz="2800" dirty="0"/>
              <a:t> entre países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/>
              <a:t>Identificar </a:t>
            </a:r>
            <a:r>
              <a:rPr lang="es-ES" sz="2800" b="1" dirty="0"/>
              <a:t>patrones geográficos</a:t>
            </a:r>
            <a:endParaRPr lang="es-E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800" dirty="0"/>
              <a:t>Detectar países con consumos más altos o más bajos</a:t>
            </a:r>
          </a:p>
        </p:txBody>
      </p:sp>
    </p:spTree>
    <p:extLst>
      <p:ext uri="{BB962C8B-B14F-4D97-AF65-F5344CB8AC3E}">
        <p14:creationId xmlns:p14="http://schemas.microsoft.com/office/powerpoint/2010/main" val="2031022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8AD29BD-1970-7DFD-C8C1-53120564BD69}"/>
              </a:ext>
            </a:extLst>
          </p:cNvPr>
          <p:cNvSpPr txBox="1"/>
          <p:nvPr/>
        </p:nvSpPr>
        <p:spPr>
          <a:xfrm>
            <a:off x="2506134" y="457200"/>
            <a:ext cx="7804514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Datos y variables</a:t>
            </a:r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Para contrastar la hipótesis se analizaron:</a:t>
            </a:r>
          </a:p>
          <a:p>
            <a:pPr>
              <a:buNone/>
            </a:pPr>
            <a:endParaRPr lang="es-E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País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Sustancia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Prevalencia de consumo (%)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Grupo de edad: </a:t>
            </a:r>
            <a:r>
              <a:rPr lang="es-E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15–64 años( población en general)</a:t>
            </a:r>
            <a:endParaRPr lang="es-E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Periodo: último </a:t>
            </a:r>
            <a:r>
              <a:rPr lang="es-E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año disponible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Este escenario permite una comparación homogénea entre países.</a:t>
            </a:r>
          </a:p>
        </p:txBody>
      </p:sp>
    </p:spTree>
    <p:extLst>
      <p:ext uri="{BB962C8B-B14F-4D97-AF65-F5344CB8AC3E}">
        <p14:creationId xmlns:p14="http://schemas.microsoft.com/office/powerpoint/2010/main" val="990307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A078706-8CB7-525E-A22D-D24F5F209EF4}"/>
              </a:ext>
            </a:extLst>
          </p:cNvPr>
          <p:cNvSpPr txBox="1"/>
          <p:nvPr/>
        </p:nvSpPr>
        <p:spPr>
          <a:xfrm>
            <a:off x="3115733" y="597455"/>
            <a:ext cx="6705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endParaRPr lang="es-ES" dirty="0"/>
          </a:p>
        </p:txBody>
      </p:sp>
      <p:pic>
        <p:nvPicPr>
          <p:cNvPr id="4" name="Imagen 3" descr="Forma&#10;&#10;El contenido generado por IA puede ser incorrecto.">
            <a:extLst>
              <a:ext uri="{FF2B5EF4-FFF2-40B4-BE49-F238E27FC236}">
                <a16:creationId xmlns:a16="http://schemas.microsoft.com/office/drawing/2014/main" id="{F361910D-254A-CE16-CF67-0A53101BA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48" y="362607"/>
            <a:ext cx="10925504" cy="523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740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ECA8621-8C10-0D6C-04EA-BB2977DFA5FE}"/>
              </a:ext>
            </a:extLst>
          </p:cNvPr>
          <p:cNvSpPr txBox="1"/>
          <p:nvPr/>
        </p:nvSpPr>
        <p:spPr>
          <a:xfrm>
            <a:off x="1930400" y="203200"/>
            <a:ext cx="853440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Diferencias según la sustancia</a:t>
            </a:r>
          </a:p>
          <a:p>
            <a:pPr>
              <a:buNone/>
            </a:pPr>
            <a:endParaRPr lang="es-E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Alcohol y cannabis presentan: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Mayor variabilidad entre países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Otras sustancias muestran: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Consumos más bajos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Menor dispersión entre países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Esto indica que </a:t>
            </a:r>
            <a:r>
              <a:rPr lang="es-E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el contexto nacional influye de forma distinta según la sustancia</a:t>
            </a: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73422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0FA114D-D7E2-2EFC-72C3-24A347BE95E8}"/>
              </a:ext>
            </a:extLst>
          </p:cNvPr>
          <p:cNvSpPr txBox="1"/>
          <p:nvPr/>
        </p:nvSpPr>
        <p:spPr>
          <a:xfrm>
            <a:off x="1439333" y="338667"/>
            <a:ext cx="9364135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Visualización multivariante</a:t>
            </a:r>
          </a:p>
          <a:p>
            <a:pPr>
              <a:buNone/>
            </a:pPr>
            <a:endParaRPr lang="es-ES" b="1" dirty="0"/>
          </a:p>
          <a:p>
            <a:pPr>
              <a:buNone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Los mapas de calor permiten observar simultáneamente:</a:t>
            </a:r>
          </a:p>
          <a:p>
            <a:pPr>
              <a:buNone/>
            </a:pPr>
            <a:endParaRPr lang="es-E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País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Sustancia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Nivel de consumo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r>
              <a:rPr lang="es-E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Hallazgos clave:</a:t>
            </a:r>
          </a:p>
          <a:p>
            <a:pPr>
              <a:buNone/>
            </a:pPr>
            <a:endParaRPr lang="es-E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Existen países que destacan de forma consistente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No todos los países presentan el mismo patrón para todas las sustancias</a:t>
            </a:r>
          </a:p>
        </p:txBody>
      </p:sp>
    </p:spTree>
    <p:extLst>
      <p:ext uri="{BB962C8B-B14F-4D97-AF65-F5344CB8AC3E}">
        <p14:creationId xmlns:p14="http://schemas.microsoft.com/office/powerpoint/2010/main" val="3787517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97DC3D4-F0D1-91CA-E5F2-ADC443CD2098}"/>
              </a:ext>
            </a:extLst>
          </p:cNvPr>
          <p:cNvSpPr txBox="1"/>
          <p:nvPr/>
        </p:nvSpPr>
        <p:spPr>
          <a:xfrm>
            <a:off x="1355835" y="711200"/>
            <a:ext cx="96677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3200" b="1" dirty="0"/>
          </a:p>
        </p:txBody>
      </p:sp>
      <p:pic>
        <p:nvPicPr>
          <p:cNvPr id="4" name="Imagen 3" descr="Forma">
            <a:extLst>
              <a:ext uri="{FF2B5EF4-FFF2-40B4-BE49-F238E27FC236}">
                <a16:creationId xmlns:a16="http://schemas.microsoft.com/office/drawing/2014/main" id="{AACE637F-4D8F-50E6-E809-213DE0903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23" y="537779"/>
            <a:ext cx="11013831" cy="422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67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BF316F0-2AED-B4EF-9936-1E08070E76F2}"/>
              </a:ext>
            </a:extLst>
          </p:cNvPr>
          <p:cNvSpPr txBox="1"/>
          <p:nvPr/>
        </p:nvSpPr>
        <p:spPr>
          <a:xfrm>
            <a:off x="2099732" y="488731"/>
            <a:ext cx="8053261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Interpretación</a:t>
            </a:r>
          </a:p>
          <a:p>
            <a:pPr>
              <a:buNone/>
            </a:pPr>
            <a:endParaRPr lang="es-ES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Las diferencias entre países pueden estar relacionadas con:</a:t>
            </a:r>
          </a:p>
          <a:p>
            <a:pPr>
              <a:buNone/>
            </a:pPr>
            <a:endParaRPr lang="es-E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Factores culturales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Marco legal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Políticas de prevención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Disponibilidad de las sustancias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👉 El consumo depende en gran medida del contexto nacional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3828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DBEA78A-C0C5-0BE2-C82A-8BD395CD13AA}"/>
              </a:ext>
            </a:extLst>
          </p:cNvPr>
          <p:cNvSpPr txBox="1"/>
          <p:nvPr/>
        </p:nvSpPr>
        <p:spPr>
          <a:xfrm>
            <a:off x="999068" y="1185333"/>
            <a:ext cx="10244666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Conclusión Hipótesis 2</a:t>
            </a:r>
          </a:p>
          <a:p>
            <a:pPr>
              <a:buNone/>
            </a:pPr>
            <a:endParaRPr lang="es-E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La hipótesis 2 se </a:t>
            </a:r>
            <a:r>
              <a:rPr lang="es-E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confirma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Existen diferencias claras de consumo entre países europeos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Estas diferencias: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No son uniformes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Dependen de la sustancia analizada</a:t>
            </a:r>
          </a:p>
        </p:txBody>
      </p:sp>
    </p:spTree>
    <p:extLst>
      <p:ext uri="{BB962C8B-B14F-4D97-AF65-F5344CB8AC3E}">
        <p14:creationId xmlns:p14="http://schemas.microsoft.com/office/powerpoint/2010/main" val="1277452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97F2E94-F644-025A-B480-7A569A061109}"/>
              </a:ext>
            </a:extLst>
          </p:cNvPr>
          <p:cNvSpPr txBox="1"/>
          <p:nvPr/>
        </p:nvSpPr>
        <p:spPr>
          <a:xfrm>
            <a:off x="2096814" y="394139"/>
            <a:ext cx="860797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400" b="1" dirty="0"/>
              <a:t> </a:t>
            </a:r>
            <a:r>
              <a:rPr lang="es-ES" sz="3200" b="1" dirty="0"/>
              <a:t>Implicaciones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Las políticas de salud pública deben: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Adaptarse al contexto de cada país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Tener en cuenta el patrón específico de consumo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No es eficaz aplicar una única estrategia a toda Europa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endParaRPr lang="es-E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El análisis exploratorio resulta clave para: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Comprender el problema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Apoyar la toma de decisiones basadas en datos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3951123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A5EA6B2-C2FC-AB4A-19D2-5970B109C39F}"/>
              </a:ext>
            </a:extLst>
          </p:cNvPr>
          <p:cNvSpPr txBox="1"/>
          <p:nvPr/>
        </p:nvSpPr>
        <p:spPr>
          <a:xfrm>
            <a:off x="2015067" y="331076"/>
            <a:ext cx="7538836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CONCLUSIÓN FINAL DEL PROYECTO</a:t>
            </a:r>
          </a:p>
          <a:p>
            <a:pPr>
              <a:buNone/>
            </a:pPr>
            <a:endParaRPr lang="es-E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El análisis exploratorio confirma que el consumo de sustancias en Europa no es homogéneo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Existen diferencias claras entre países, tanto en nivel como en patrón de consumo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Estas diferencias dependen: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Del país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Del género y la edad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De la sustancia analizada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Del contexto social y normativo</a:t>
            </a:r>
          </a:p>
        </p:txBody>
      </p:sp>
    </p:spTree>
    <p:extLst>
      <p:ext uri="{BB962C8B-B14F-4D97-AF65-F5344CB8AC3E}">
        <p14:creationId xmlns:p14="http://schemas.microsoft.com/office/powerpoint/2010/main" val="2702120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3EB3DA7-BD53-C7BC-9B97-F8C6055E2385}"/>
              </a:ext>
            </a:extLst>
          </p:cNvPr>
          <p:cNvSpPr txBox="1"/>
          <p:nvPr/>
        </p:nvSpPr>
        <p:spPr>
          <a:xfrm>
            <a:off x="2096814" y="536027"/>
            <a:ext cx="7614745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Cierre</a:t>
            </a:r>
          </a:p>
          <a:p>
            <a:pPr>
              <a:buNone/>
            </a:pPr>
            <a:endParaRPr lang="es-ES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El EDA ha permitido: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Identificar patrones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Detectar diferencias relevantes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>
                <a:latin typeface="Segoe UI" panose="020B0502040204020203" pitchFamily="34" charset="0"/>
                <a:cs typeface="Segoe UI" panose="020B0502040204020203" pitchFamily="34" charset="0"/>
              </a:rPr>
              <a:t>Generar conclusiones fundamentadas en datos reales</a:t>
            </a:r>
          </a:p>
        </p:txBody>
      </p:sp>
    </p:spTree>
    <p:extLst>
      <p:ext uri="{BB962C8B-B14F-4D97-AF65-F5344CB8AC3E}">
        <p14:creationId xmlns:p14="http://schemas.microsoft.com/office/powerpoint/2010/main" val="2887700141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282</TotalTime>
  <Words>339</Words>
  <Application>Microsoft Office PowerPoint</Application>
  <PresentationFormat>Panorámica</PresentationFormat>
  <Paragraphs>97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Gill Sans MT</vt:lpstr>
      <vt:lpstr>Segoe UI</vt:lpstr>
      <vt:lpstr>Galería</vt:lpstr>
      <vt:lpstr>Hipotesis H2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Cristina Pinel del Pino</dc:creator>
  <cp:lastModifiedBy>Cristina Pinel del Pino</cp:lastModifiedBy>
  <cp:revision>2</cp:revision>
  <dcterms:created xsi:type="dcterms:W3CDTF">2025-12-11T14:37:21Z</dcterms:created>
  <dcterms:modified xsi:type="dcterms:W3CDTF">2026-01-07T20:41:22Z</dcterms:modified>
</cp:coreProperties>
</file>